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0CC048-D901-4D9E-83C3-7B9C192E03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0:00–0:42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Opening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I’m Ayalew Cherenet, an Information Technology (IT) and Cybersecurity student at Wade College graduating in September 2026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My goal is an entry-level SOC Analyst job in Dallas–Fort Worth. SOC means Security Operations Center — the team that watches for cyber threats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This portfolio shows how I think about risk, write clear documentation, and solve problems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My theme: Protect systems. Solve problems. Keep learning.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0:42–1:23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About 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I’m detail-oriented because security work depends on people who notice problems early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My previous jobs taught me reliability, following processes, teamwork, and clear documentation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My main strengths: risk assessment, finding and fixing vulnerabilities, network security, and web application security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also have skills in Linux, encryption, databases, Python, SQL (Structured Query Language), and the basics of incident response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1:23–1:52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Why These Projects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A SOC Analyst watches systems, investigates alerts, decides what is most important, and explains findings clearly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chose projects that practice exactly those skills: thinking about risk, investigating problems, planning fixes, and writing clear documentation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Eight projects total — six cybersecurity case studies plus programming and e-commerce 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1:52–2:57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Project 1 — Northbridge Logistics Risk Assessment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Risk assessment for a mid-sized logistics company: 150 employees, 3 offices, 180 computers, and 20 servers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listed the important assets, possible threats, weak points, how likely attacks were, and the business impact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recommended stronger logins using MFA (Multi-Factor Authentication), endpoint protection using EDR (Endpoint Detection and Response), network separation, SIEM (Security Information and Event Management), regular updates, and tested backups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SOC takeaway: Turning technical findings into a clear, prioritized plan that leaders can act 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2:57–3:48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Project 2 — SecureHealth Cryptography &amp; Network Security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designed a layered security plan to protect sensitive healthcare information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chose TLS 1.3 (Transport Layer Security) for data moving across the network and AES-256-GCM (Advanced Encryption Standard with Galois/Counter Mode) for stored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also planned certificate and key management plus an IPsec VPN: Internet Protocol Security over a Virtual Private Network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Key lesson: Strong encryption only works if keys are created, stored, rotated, and revoked safely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3:48–4:35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Project 3 — Healthcare Clinic Secure Database Design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designed a clean PostgreSQL database model for a healthcare clinic focused on keeping data private, accurate, and available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used RBAC (Role-Based Access Control) so each staff member only sees what they need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recommended encryption, secure connections, activity logs, backups, and a recovery plan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SOC takeaway: Weak access control and missing logs can turn a small problem into a serious incident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4:35–5:28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Project 4 — RetailHub OWASP Web App Assessment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reviewed an online store against the OWASP Top 10. OWASP means Open Worldwide Application Security Project, and its Top 10 highlights critical web application risks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The highest risks were broken access control, injection attacks, XSS (Cross-Site Scripting), weak logins, and missing logs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recommended multi-factor login, stronger permissions, input checking, secure coding, automated testing, better logging, and a WAF (Web Application Firewall)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SOC connection: Web weaknesses create alerts, incidents, customer problems, and business risk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5:28–6:19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Project 5 — ABC Logistics Threat &amp; Vulnerability Mgmt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built a clear process: discover → prioritize → fix → verify → report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ranked problems using CVSS (Common Vulnerability Scoring System), exploitability, system importance, and business impact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Every step included who owns the fix, what evidence is needed, re-checking after the fix, and reporting to leadership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This project is the closest to real day-to-day security operations 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6:19–7:09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Project 6 — IoT (Internet of Things) Smart Home Monitoring 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designed the full system path: sensors → Raspberry Pi → message broker → dashboard and alerts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required MQTT over TLS: Message Queuing Telemetry Transport protected by Transport Layer Security, so sensor data stays private while moving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The design includes local storage if the internet goes down, sensor calibration, and alerts when readings go outside safe limits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Key lesson: Every connected device gives useful data but also adds new security and reliability risks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7:09–7:55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Additional Project — Food Expense Tracker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built a desktop app with Python and Tkinter as a programming practice project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Users can add, edit, delete, search, filter, and sort expense records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It saves data in JSON (JavaScript Object Notation), checks user input, calculates totals, and exports CSV (Comma-Separated Values)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This shows practical programming, handling structured data, and building something useful for users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7:55–8:36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Additional Project — MAKEDA (Queen of Sheba)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created a Shopify online store focused on Ethiopian-inspired fashion with clear product organization and good mobile experience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 paid attention to security: multi-factor login for the admin account, limited permissions, secure checkout, and customer privacy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It shows that technical choices must support both business goals and customer trust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This connects to the RetailHub project — online stores must protect customers, data, payments, and reputation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8:36–9:08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Live GitHub Portfolio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My GitHub Pages website brings all eight projects together in one easy-to-explore place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Recruiters can look at the case studies, diagrams, documentation, the live practice demo, and the MAKEDA store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Every project follows a clear story: problem → approach → tools and ideas → result or recommendation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My goal is to make the work easy to understand and discuss in an interview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9:08–9:32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Certifications &amp; Growth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Completed: Google Foundations of Cybersecurity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In progress: Google Cybersecurity Professional Certificate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Next milestone: CompTIA Security+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Next focus: more hands-on SOC practice — reading logs, responding to incidents, and monitoring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Timing: 9:32–10:00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Practice flashcard: Closing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Talking points: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My portfolio turns school projects into clear, risk-focused career preparation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I’m ready to contribute as a careful, process-oriented junior analyst who communicates clearly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I’m looking for the chance to learn from experienced SOC professionals in Dallas–Fort Worth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Thank you — I’m happy to answer any questions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Technical acronym glossary (reference only):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IT: Information Technology · SOC: Security Operations Center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MFA: Multi-Factor Authentication · EDR: Endpoint Detection and Response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SIEM: Security Information and Event Management · SQL: Structured Query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TLS: Transport Layer Security · AES: Advanced Encryption Standard · GCM: Galois/Counter Mode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IPsec: Internet Protocol Security · VPN: Virtual Private Network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RBAC: Role-Based Access Control · OWASP: Open Worldwide Application Security Project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XSS: Cross-Site Scripting · WAF: Web Application Firewall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CVSS: Common Vulnerability Scoring System · IoT: Internet of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• MQTT: Message Queuing Telemetry Transport · JSON: JavaScript Object Notation · CSV: Comma-Separated Values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502920"/>
            <a:ext cx="10972080" cy="68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3364920"/>
            <a:ext cx="109720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543960"/>
            <a:ext cx="109720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0:00–0:42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Opening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Name, Wade College, IT &amp; Cybersecurity, graduation Sept 2026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Goal: entry-level SOC Analyst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Portfolio = practical projects + programming + documentation + business problem-solving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Tagline: protect systems, solve problems, keep learning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01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0:42–1:23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About Me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Detail-oriented — organizations depend on secure systems and people who notice problems early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Work experience: reliability, process discipline, teamwork, and documentation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Technical areas: risk assessment, threat and vulnerability management, network security, web app security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Also: Linux, cryptography, database security, Python, SQL, incident response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02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1:23–1:52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Why These Projects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SOC Analyst: monitors systems, investigates alerts, prioritizes risk, communicates findings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Projects show risk-based thinking, investigation, and remediation planning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8 projects total: 6 cybersecurity case studies + 2 programming/e-commerce projects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03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1:52–2:57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Project 1 — Northbridge Logistics Risk Assessment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cue-0"/>
          <p:cNvSpPr/>
          <p:nvPr/>
        </p:nvSpPr>
        <p:spPr>
          <a:xfrm>
            <a:off x="1333440" y="356220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Logistics company: 150 employees across 3 office locations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cue-dot-1"/>
          <p:cNvSpPr/>
          <p:nvPr/>
        </p:nvSpPr>
        <p:spPr>
          <a:xfrm>
            <a:off x="1028880" y="41911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cue-1"/>
          <p:cNvSpPr/>
          <p:nvPr/>
        </p:nvSpPr>
        <p:spPr>
          <a:xfrm>
            <a:off x="1333440" y="407664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Identified assets, threats, vulnerabilities, and business impact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cue-dot-2"/>
          <p:cNvSpPr/>
          <p:nvPr/>
        </p:nvSpPr>
        <p:spPr>
          <a:xfrm>
            <a:off x="1028880" y="47052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ue-2"/>
          <p:cNvSpPr/>
          <p:nvPr/>
        </p:nvSpPr>
        <p:spPr>
          <a:xfrm>
            <a:off x="1333440" y="459108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Controls: MFA, EDR, network segmentation, SIEM, patching, backup and disaster recovery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cue-dot-3"/>
          <p:cNvSpPr/>
          <p:nvPr/>
        </p:nvSpPr>
        <p:spPr>
          <a:xfrm>
            <a:off x="1028880" y="52196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cue-3"/>
          <p:cNvSpPr/>
          <p:nvPr/>
        </p:nvSpPr>
        <p:spPr>
          <a:xfrm>
            <a:off x="1333440" y="510552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Key point: prioritizing risk and building a roadmap, not just naming tools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cue-dot-4"/>
          <p:cNvSpPr/>
          <p:nvPr/>
        </p:nvSpPr>
        <p:spPr>
          <a:xfrm>
            <a:off x="1028880" y="57340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ue-4"/>
          <p:cNvSpPr/>
          <p:nvPr/>
        </p:nvSpPr>
        <p:spPr>
          <a:xfrm>
            <a:off x="1333440" y="561960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Roadmap: contain highest risks → detect and harden → validate controls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04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2:57–3:48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Project 2 — SecureHealth Cryptography &amp; Network Security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ue-0"/>
          <p:cNvSpPr/>
          <p:nvPr/>
        </p:nvSpPr>
        <p:spPr>
          <a:xfrm>
            <a:off x="1333440" y="356220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Protecting healthcare information: confidentiality, integrity, and availability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cue-dot-1"/>
          <p:cNvSpPr/>
          <p:nvPr/>
        </p:nvSpPr>
        <p:spPr>
          <a:xfrm>
            <a:off x="1028880" y="41911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ue-1"/>
          <p:cNvSpPr/>
          <p:nvPr/>
        </p:nvSpPr>
        <p:spPr>
          <a:xfrm>
            <a:off x="1333440" y="407664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TLS 1.3 for data in transit; AES-256-GCM for sensitive data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cue-dot-2"/>
          <p:cNvSpPr/>
          <p:nvPr/>
        </p:nvSpPr>
        <p:spPr>
          <a:xfrm>
            <a:off x="1028880" y="47052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e-2"/>
          <p:cNvSpPr/>
          <p:nvPr/>
        </p:nvSpPr>
        <p:spPr>
          <a:xfrm>
            <a:off x="1333440" y="459108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PKI for certificates, secure key management, and IPsec VPN between locations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cue-dot-3"/>
          <p:cNvSpPr/>
          <p:nvPr/>
        </p:nvSpPr>
        <p:spPr>
          <a:xfrm>
            <a:off x="1028880" y="52196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ue-3"/>
          <p:cNvSpPr/>
          <p:nvPr/>
        </p:nvSpPr>
        <p:spPr>
          <a:xfrm>
            <a:off x="1333440" y="510552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Tied to HIPAA and HITECH requirements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cue-dot-4"/>
          <p:cNvSpPr/>
          <p:nvPr/>
        </p:nvSpPr>
        <p:spPr>
          <a:xfrm>
            <a:off x="1028880" y="57340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e-4"/>
          <p:cNvSpPr/>
          <p:nvPr/>
        </p:nvSpPr>
        <p:spPr>
          <a:xfrm>
            <a:off x="1333440" y="561960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Lesson: encryption must be managed through the full key and certificate lifecycle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05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3:48–4:35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Project 3 — Healthcare Clinic Secure Database Design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e-0"/>
          <p:cNvSpPr/>
          <p:nvPr/>
        </p:nvSpPr>
        <p:spPr>
          <a:xfrm>
            <a:off x="1333440" y="356220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Secure PostgreSQL database for a healthcare clinic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cue-dot-1"/>
          <p:cNvSpPr/>
          <p:nvPr/>
        </p:nvSpPr>
        <p:spPr>
          <a:xfrm>
            <a:off x="1028880" y="41911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ue-1"/>
          <p:cNvSpPr/>
          <p:nvPr/>
        </p:nvSpPr>
        <p:spPr>
          <a:xfrm>
            <a:off x="1333440" y="407664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RBAC and least privilege, encryption at rest, and encrypted connections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cue-dot-2"/>
          <p:cNvSpPr/>
          <p:nvPr/>
        </p:nvSpPr>
        <p:spPr>
          <a:xfrm>
            <a:off x="1028880" y="47052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ue-2"/>
          <p:cNvSpPr/>
          <p:nvPr/>
        </p:nvSpPr>
        <p:spPr>
          <a:xfrm>
            <a:off x="1333440" y="459108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Audit logging, backups, and recovery planning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cue-dot-3"/>
          <p:cNvSpPr/>
          <p:nvPr/>
        </p:nvSpPr>
        <p:spPr>
          <a:xfrm>
            <a:off x="1028880" y="52196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e-3"/>
          <p:cNvSpPr/>
          <p:nvPr/>
        </p:nvSpPr>
        <p:spPr>
          <a:xfrm>
            <a:off x="1333440" y="510552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Staff access only what their job needs — reduces risk and supports privacy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cue-dot-4"/>
          <p:cNvSpPr/>
          <p:nvPr/>
        </p:nvSpPr>
        <p:spPr>
          <a:xfrm>
            <a:off x="1028880" y="57340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ue-4"/>
          <p:cNvSpPr/>
          <p:nvPr/>
        </p:nvSpPr>
        <p:spPr>
          <a:xfrm>
            <a:off x="1333440" y="561960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Lesson: weak access control and poor logging can lead to incidents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06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07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4:35–5:28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Project 4 — RetailHub OWASP Web App Assessment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e-0"/>
          <p:cNvSpPr/>
          <p:nvPr/>
        </p:nvSpPr>
        <p:spPr>
          <a:xfrm>
            <a:off x="1333440" y="356220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E-commerce app reviewed against the OWASP Top 10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cue-dot-1"/>
          <p:cNvSpPr/>
          <p:nvPr/>
        </p:nvSpPr>
        <p:spPr>
          <a:xfrm>
            <a:off x="1028880" y="41911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cue-1"/>
          <p:cNvSpPr/>
          <p:nvPr/>
        </p:nvSpPr>
        <p:spPr>
          <a:xfrm>
            <a:off x="1333440" y="407664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Risks: broken access control, injection, XSS, weak authentication, insufficient logging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cue-dot-2"/>
          <p:cNvSpPr/>
          <p:nvPr/>
        </p:nvSpPr>
        <p:spPr>
          <a:xfrm>
            <a:off x="1028880" y="47052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cue-2"/>
          <p:cNvSpPr/>
          <p:nvPr/>
        </p:nvSpPr>
        <p:spPr>
          <a:xfrm>
            <a:off x="1333440" y="459108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Remediation: MFA, stronger access controls, input validation, SAST/DAST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cue-dot-3"/>
          <p:cNvSpPr/>
          <p:nvPr/>
        </p:nvSpPr>
        <p:spPr>
          <a:xfrm>
            <a:off x="1028880" y="52196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cue-3"/>
          <p:cNvSpPr/>
          <p:nvPr/>
        </p:nvSpPr>
        <p:spPr>
          <a:xfrm>
            <a:off x="1333440" y="510552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Also: logging, monitoring, and a web application firewall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cue-dot-4"/>
          <p:cNvSpPr/>
          <p:nvPr/>
        </p:nvSpPr>
        <p:spPr>
          <a:xfrm>
            <a:off x="1028880" y="57340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e-4"/>
          <p:cNvSpPr/>
          <p:nvPr/>
        </p:nvSpPr>
        <p:spPr>
          <a:xfrm>
            <a:off x="1333440" y="5619600"/>
            <a:ext cx="85240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Why it matters for SOC: web weaknesses lead to alerts, incidents, and business impact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07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5:28–6:19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Project 5 — ABC Logistics Threat &amp; Vulnerability Management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Full lifecycle: discover → prioritize → remediate → verify → report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Prioritized with CVSS scoring, asset importance, exploitability, and business impact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Not every vulnerability is equal — a repeatable process focuses on what matters most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Closest project to day-to-day SOC work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08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09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6:19–7:09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Project 6 — IoT Smart Home Monitoring System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Raspberry Pi + sensors, MQTT over TLS, and a cloud dashboard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Threshold-based alerts when values leave a safe 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Security focus: data in transit, secure device communication, encrypted alerts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Lesson: every connected device is useful data and a new security risk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09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7:09–7:55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Additional Project — Food Expense Tracker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Programming I project — Python + Tkinter desktop app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Add, edit, delete, filter, sort, and search expenses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JSON storage, input validation, category totals, and CSV export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Shows practical software and data-handling skills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10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11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7:55–8:36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Additional Project — MAKEDA (Queen of Sheba)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Shopify e-commerce project: brand storytelling, product organization, mobile usability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E-commerce security awareness: secure checkout, MFA, and privacy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Bridges technical and business needs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Connects to RetailHub: online stores must protect customers, data, payments, and trust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11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12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8:36–9:08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Live GitHub Portfolio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Brings all 8 projects together on one site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Recruiters can review project pages, documentation, diagrams, a live practice demo, GitHub work, and the MAKEDA showcase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Each project: problem → approach → tools/concepts → outcome or recommendation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Goal: easy to explore and easy to understand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12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13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9:08–9:32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Certifications &amp; Growth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Completing the Google Cybersecurity Professional Certificate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Preparing for CompTIA Security+ next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Next: more SOC-focused projects and sharper incident response and monitoring skills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Goal: contribute to a cybersecurity team in Dallas–Fort Worth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13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content-panel"/>
          <p:cNvSpPr/>
          <p:nvPr/>
        </p:nvSpPr>
        <p:spPr>
          <a:xfrm>
            <a:off x="571680" y="533520"/>
            <a:ext cx="11048400" cy="579060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portfolio-label"/>
          <p:cNvSpPr/>
          <p:nvPr/>
        </p:nvSpPr>
        <p:spPr>
          <a:xfrm>
            <a:off x="990720" y="905040"/>
            <a:ext cx="60476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card-number"/>
          <p:cNvSpPr/>
          <p:nvPr/>
        </p:nvSpPr>
        <p:spPr>
          <a:xfrm>
            <a:off x="990720" y="1276200"/>
            <a:ext cx="1523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CARD 14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iming"/>
          <p:cNvSpPr/>
          <p:nvPr/>
        </p:nvSpPr>
        <p:spPr>
          <a:xfrm>
            <a:off x="9620280" y="1276200"/>
            <a:ext cx="142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  <a:ea typeface="Arial"/>
              </a:rPr>
              <a:t>9:32–10:00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accent-bar"/>
          <p:cNvSpPr/>
          <p:nvPr/>
        </p:nvSpPr>
        <p:spPr>
          <a:xfrm>
            <a:off x="990720" y="1676520"/>
            <a:ext cx="589680" cy="4680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lide-title"/>
          <p:cNvSpPr/>
          <p:nvPr/>
        </p:nvSpPr>
        <p:spPr>
          <a:xfrm>
            <a:off x="990720" y="1952640"/>
            <a:ext cx="8762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  <a:ea typeface="Arial"/>
              </a:rPr>
              <a:t>Closing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cue-label"/>
          <p:cNvSpPr/>
          <p:nvPr/>
        </p:nvSpPr>
        <p:spPr>
          <a:xfrm>
            <a:off x="990720" y="3162240"/>
            <a:ext cx="247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  <a:ea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cue-dot-0"/>
          <p:cNvSpPr/>
          <p:nvPr/>
        </p:nvSpPr>
        <p:spPr>
          <a:xfrm>
            <a:off x="1028880" y="367668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cue-0"/>
          <p:cNvSpPr/>
          <p:nvPr/>
        </p:nvSpPr>
        <p:spPr>
          <a:xfrm>
            <a:off x="1333440" y="356220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Portfolio = more than school assignments — it is career preparation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cue-dot-1"/>
          <p:cNvSpPr/>
          <p:nvPr/>
        </p:nvSpPr>
        <p:spPr>
          <a:xfrm>
            <a:off x="1028880" y="427680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e-1"/>
          <p:cNvSpPr/>
          <p:nvPr/>
        </p:nvSpPr>
        <p:spPr>
          <a:xfrm>
            <a:off x="1333440" y="416232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Ready to learn from experienced professionals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cue-dot-2"/>
          <p:cNvSpPr/>
          <p:nvPr/>
        </p:nvSpPr>
        <p:spPr>
          <a:xfrm>
            <a:off x="1028880" y="487692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cue-2"/>
          <p:cNvSpPr/>
          <p:nvPr/>
        </p:nvSpPr>
        <p:spPr>
          <a:xfrm>
            <a:off x="1333440" y="476244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Bring strong documentation and attention to detail as a SOC Analyst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cue-dot-3"/>
          <p:cNvSpPr/>
          <p:nvPr/>
        </p:nvSpPr>
        <p:spPr>
          <a:xfrm>
            <a:off x="1028880" y="5477040"/>
            <a:ext cx="84960" cy="849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480" tIns="15840" rIns="4248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cue-3"/>
          <p:cNvSpPr/>
          <p:nvPr/>
        </p:nvSpPr>
        <p:spPr>
          <a:xfrm>
            <a:off x="1333440" y="5362560"/>
            <a:ext cx="852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  <a:ea typeface="Arial"/>
              </a:rPr>
              <a:t>Thank the audience and invite questions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age-number"/>
          <p:cNvSpPr/>
          <p:nvPr/>
        </p:nvSpPr>
        <p:spPr>
          <a:xfrm>
            <a:off x="10001160" y="4467240"/>
            <a:ext cx="1046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14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footer"/>
          <p:cNvSpPr/>
          <p:nvPr/>
        </p:nvSpPr>
        <p:spPr>
          <a:xfrm>
            <a:off x="990720" y="5867280"/>
            <a:ext cx="4571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  <a:ea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LibreOfficeDev/26.8.0.0.alpha0$Linux_X86_64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2026-09-01T02:37:53Z</dcterms:created>
  <dc:creator>Walnut Exporter</dc:creator>
  <dc:description/>
  <dc:language>en-US</dc:language>
  <cp:lastModifiedBy>Walnut Exporter</cp:lastModifiedBy>
  <dcterms:modified xsi:type="dcterms:W3CDTF">2026-09-01T02:37:53Z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